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01168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75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CSIT321 · GROUP 19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EduRAG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Sprint 4  ·  University of Wollongong  ·  CSIT321 Project 37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1148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Slides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1460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Modules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Roles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2084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Databases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 of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1945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881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MODULAR MONOLITH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1115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A82"/>
                </a:solidFill>
              </a:rPr>
              <a:t>Clear module boundaries · No microservice overhead · Ideal for small team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54480"/>
            <a:ext cx="109728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WebApplication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476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Streamlit UI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Student and lecturer interface. Sends authenticated HTTP requests to Flask API. Handles login, document upload, Q&amp;A chat, session history.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554480"/>
            <a:ext cx="109728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DocumentProcessor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94767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Parser · Chunker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Parses PDF/PPTX/DOCX. Splits text into 512-char overlapping chunks. Embeds each chunk with all-MiniLM-L6-v2 (384 dims).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46120"/>
            <a:ext cx="10972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VectorRetriever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6393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ChromaDB ANN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Stores and retrieves chunk embeddings. Filters by course_id metadata for isolation. Top-k similarity search per query.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2461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46120"/>
            <a:ext cx="109728" cy="1508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QueryResponse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393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LLM · Prompt · Citation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84048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Assembles prompt from context + history. Calls Ollama (dev) or GPT-4o-mini (demo). Returns grounded answer with citations.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 of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Student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4048" y="1828800"/>
            <a:ext cx="1371600" cy="219456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0136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READ ONLY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Submit queries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67004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View session history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Scoped to enrolled courses only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6576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Cannot upload or delete documents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111556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115568"/>
            <a:ext cx="274320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115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Lecturer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282696" y="1828800"/>
            <a:ext cx="1371600" cy="219456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80136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</a:rPr>
              <a:t>READ + WRITE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82696" y="217627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Upload PDF / PPTX / DOCX files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82696" y="267004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Manage course documents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82696" y="31638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View upload and indexing 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82696" y="36576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Cannot access other lecturers' courses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71616" y="111556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1115568"/>
            <a:ext cx="2743200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115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Admin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81344" y="1828800"/>
            <a:ext cx="1371600" cy="219456"/>
          </a:xfrm>
          <a:prstGeom prst="rect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991B1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80136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FULL ACCESS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81344" y="217627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Manage all users and roles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81344" y="267004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View audit logs and metrics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81344" y="31638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Configure system settings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81344" y="36576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Access all courses and documents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0A1628">
              <a:alpha val="9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274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🔐  JWT Bearer Tokens · 3 600 s expiry · bcrypt password hashing · Role checked on every protected route · HTTP 429 on rate-limit breach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&amp; Indexing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4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SUPPORTED FORMATS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423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9144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72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PDF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Page-scoped · PyMuPDF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2423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9144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3865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PPTX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2715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Slide-scoped · python-pptx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2423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46120"/>
            <a:ext cx="9144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00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DOCX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Doc-scoped · python-docx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224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Max 100 MB · 500 pages per file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10972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INDEXING PIPELINE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17520" y="149047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18688" y="1947672"/>
            <a:ext cx="54864" cy="38404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1417320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1472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Upload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17465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 POST /api/upload  →  HTTP 202 Accepted. Indexing job created immediately. Client polls /api/indexing-jobs/&lt;id&gt;.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2386584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18688" y="2843784"/>
            <a:ext cx="54864" cy="38404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2313432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49040" y="2368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Parse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2642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Text extracted from document. PDF: per-page. PPTX: per-slide. DOCX: whole document.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0" y="32826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218688" y="3739896"/>
            <a:ext cx="54864" cy="38404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3209544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749040" y="3264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Chunk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49040" y="3538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RecursiveCharacterTextSplitter — 512 chars, 50 overlap. Source metadata attached to each chunk.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17520" y="417880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611880" y="4105656"/>
            <a:ext cx="5257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74904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Embed + Store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4904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all-MiniLM-L6-v2 encodes each chunk → 384-dim vector. Stored in ChromaDB with course_id, doc_id, page/slide.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 — End to 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5 of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6052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435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161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Student submits query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53619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Streamlit sends POST /api/query  with Bearer token, question text, course_id, and optional session_id.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416052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24358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2161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JWT validation + enrollment check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0" y="153619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Flask validates token. Confirms student is enrolled in the requested course. Returns 401 or 403 on failure.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77440"/>
            <a:ext cx="41605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514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Rate limiting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28346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IP-based limiter: 10 requests / 60 s. Returns HTTP 429 with error message if exceeded.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77440"/>
            <a:ext cx="41605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54203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514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Vector similarity search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0" y="28346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Query text embedded. ChromaDB ANN search returns top-k chunks filtered by course_id. ~100 ms.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75888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84048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8130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Prompt assembly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" y="41330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System prompt + last-5-turn history + retrieved chunks + user question concatenated into LLM prompt.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758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75888"/>
            <a:ext cx="416052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8888" y="384048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8130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LLM generation + response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03520" y="41330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Ollama (dev) or GPT-4o-mini (demo) generates answer. Returns answer, citations, session_id, latency_ms.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&amp; Design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6 of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NON-FUNCTIONAL REQUIREMENTS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7764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914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NFR-001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Performance  –  ≤ 5 s at 95th pct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Vector ~100 ms + LLM ~2–4 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95144"/>
            <a:ext cx="397764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95144"/>
            <a:ext cx="914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0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NFR-024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532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Reliability  –  Graceful degradation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7706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Return raw chunks if LLM unreachable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72968"/>
            <a:ext cx="397764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72968"/>
            <a:ext cx="914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27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NFR-SEC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410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  –  HTTPS + bcrypt + RBAC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648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JWT 3 600 s · rate-limit 10/min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50792"/>
            <a:ext cx="397764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50792"/>
            <a:ext cx="9144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05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NFR-SCL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288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Scalability  –  On-disk ChromaDB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Survives restarts · no re-indexing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DESIGN PATTERNS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417320"/>
            <a:ext cx="41148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417320"/>
            <a:ext cx="9144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4721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Factory  —  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1746504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719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create_app()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1929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Flask application factory for testability and isolated test clients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295144"/>
            <a:ext cx="41148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295144"/>
            <a:ext cx="9144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350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Strategy  —  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92040" y="2624328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596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extract_and_chunk()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2807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Dispatcher selects PDF, PPTX, or DOCX handler at runtime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172968"/>
            <a:ext cx="41148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172968"/>
            <a:ext cx="9144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27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Repository  —  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92040" y="3502152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474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APIState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3685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Abstracts in-memory storage from route handlers; swappable for DB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4050792"/>
            <a:ext cx="41148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4050792"/>
            <a:ext cx="9144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105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Chain of Resp.  —  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892040" y="4379976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3525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pipeline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92040" y="4562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auth → rate-limit → enrolment → query executed in sequence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2026-05-10T11:53:42Z</dcterms:created>
  <dcterms:modified xsi:type="dcterms:W3CDTF">2026-05-10T11:53:42Z</dcterms:modified>
</cp:coreProperties>
</file>